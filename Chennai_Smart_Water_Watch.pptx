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94960" y="10058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💧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Chennai Smart Water Watch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DBFE"/>
                </a:solidFill>
              </a:rPr>
              <a:t>AI-Powered Area-Wise Water Wastage Monitor &amp; RAG Chatbot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7947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3C5FD"/>
                </a:solidFill>
              </a:rPr>
              <a:t>SDG 6: Clean Water and Sanitation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12064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B.Tech, Artificial Intelligence &amp; Data Science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Saranathan College of Engineering, Trichy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1M1B AI for Sustainability Virtual Internship  |  IBM SkillsBuild &amp; AICTE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4846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C4A6E"/>
                </a:solidFill>
              </a:rPr>
              <a:t>Chennai is a water-stressed city.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It depends almost entirely on 4 reservoirs and groundwater, and faced a severe "Day Zero" crisis in 2019 when reservoirs nearly ran dry.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Water demand is projected to rise from ~1,200 MLD to over 2,100 MLD by 2031 — but there is no easy way for citizens or officials to see which areas are wasting the most water, in real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2103120"/>
            <a:ext cx="5212080" cy="2926080"/>
          </a:xfrm>
          <a:prstGeom prst="roundRect">
            <a:avLst>
              <a:gd name="adj" fmla="val 3750"/>
            </a:avLst>
          </a:prstGeom>
          <a:solidFill>
            <a:srgbClr val="EFF6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210312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2563EB"/>
                </a:solidFill>
              </a:rPr>
              <a:t>How might we use AI to give real-time, area-wise visibility into water wastage — so Chennai can use its limited water more sustainably?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Chennai Smart Water Watch  |  1M1B AI for Sustainability Internship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Alignment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377440" cy="2377440"/>
          </a:xfrm>
          <a:prstGeom prst="roundRect">
            <a:avLst>
              <a:gd name="adj" fmla="val 5769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SDG 6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Clean Water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&amp; Sanitation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37160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C4A6E"/>
                </a:solidFill>
              </a:rPr>
              <a:t>Target 6.4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Substantially increase water-use efficiency and ensure sustainable withdrawals to address water scarcity.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56032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C4A6E"/>
                </a:solidFill>
              </a:rPr>
              <a:t>Target 6.b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Support and strengthen participation of local communities in improving water and sanitation management.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931920"/>
            <a:ext cx="8321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This project turns SDG 6 targets into a concrete, usable tool: it makes water-use efficiency visible (6.4) and gives citizens a way to engage with their own consumption data (6.b).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Chennai Smart Water Watch  |  1M1B AI for Sustainability Internship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Solution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356616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1. Data Layer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Area-wise water consumption &amp; reservoir data (Kaggle: Chennai Water Management)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06240" y="15544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1554480"/>
            <a:ext cx="35661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06240" y="1554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2. ML Prediction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1945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RandomForest classifier predicts wastage-risk (Low/Medium/High) per area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63840" y="15544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1554480"/>
            <a:ext cx="356616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0" y="1554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3. RAG Chatbot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21945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FAISS retrieval + IBM Granite (Hugging Face) answers citizen questions using real data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22860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4748B"/>
                </a:solidFill>
              </a:rPr>
              <a:t>→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22860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4748B"/>
                </a:solidFill>
              </a:rPr>
              <a:t>→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233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A6E"/>
                </a:solidFill>
              </a:rPr>
              <a:t>Output: a live web dashboard (Flask) showing area-wise wastage risk + an embedded chatbot for natural-language Q&amp;A.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84632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Technologies used: Python, Flask, scikit-learn (RandomForest), sentence-transformers, FAISS, IBM Granite (via Hugging Face free inference API), Chart.js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Chennai Smart Water Watch  |  1M1B AI for Sustainability Internship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🏛️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4A6E"/>
                </a:solidFill>
              </a:rPr>
              <a:t>Chennai Metrowater officials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Identify high-wastage zones quickly to prioritize leak repair and awareness drives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89120" y="1828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🏠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743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4A6E"/>
                </a:solidFill>
              </a:rPr>
              <a:t>Residents &amp; housing societies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3832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Check their zone's usage vs. the recommended norm and get personalized conservation tips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155448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1828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🎓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743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4A6E"/>
                </a:solidFill>
              </a:rPr>
              <a:t>Students &amp; researchers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33832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Use the open dataset and dashboard for further sustainability research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Chennai Smart Water Watch  |  1M1B AI for Sustainability Internship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Considerations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Fairness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46304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Risk scores are based on per-person usage (LPCD), not raw totals — so densely populated areas aren't unfairly flagged as "wasteful".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0632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Transparency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306324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The dashboard always shows the underlying data behind each prediction — never just a black-box score — and clearly labels simulated vs. real-time data.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6634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6634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Privacy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466344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Only aggregated, publicly available area-level data is used. No individual household or personal data is collected or stored.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Chennai Smart Water Watch  |  1M1B AI for Sustainability Internship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135 LPCD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CPHEEO recommended norm used as the wastage benchmark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1554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4 zones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Monitored area-wise, extensible to all 15 Chennai zones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1554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24x7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Dashboard auto-refreshes as new data arrives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1064240" cy="21945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84048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C4A6E"/>
                </a:solidFill>
              </a:rPr>
              <a:t>If adopted at city scale:  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Officials can target leak-repair and awareness campaigns where they matter most, instead of city-wide blanket efforts.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Residents get instant, personalized feedback instead of a once-a-year water bill.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Even a 10% cut in the average 14 LPCD wastage seen in this pilot data could save millions of litres per day city-wide.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Chennai Smart Water Watch  |  1M1B AI for Sustainability Internship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&amp; Demo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00800" cy="4754880"/>
          </a:xfrm>
          <a:prstGeom prst="roundRect">
            <a:avLst>
              <a:gd name="adj" fmla="val 1923"/>
            </a:avLst>
          </a:prstGeom>
          <a:solidFill>
            <a:srgbClr val="0C4A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💧 Chennai Smart Water Watch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Area-wise water wastage monitor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REDHILLS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51560" y="32461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0" y="25603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33172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CHOLAVARAM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14600" y="32461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514600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49040" y="25603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79476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POONDI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977640" y="32461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977640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212080" y="25603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578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CHEMBARAMBAKKAM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40680" y="32461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40680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2960" y="4206240"/>
            <a:ext cx="5577840" cy="1645920"/>
          </a:xfrm>
          <a:prstGeom prst="roundRect">
            <a:avLst>
              <a:gd name="adj" fmla="val 4444"/>
            </a:avLst>
          </a:prstGeom>
          <a:solidFill>
            <a:srgbClr val="1E3A5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" y="4343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 Water Advisor Chatbot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754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FDBFE"/>
                </a:solidFill>
              </a:rPr>
              <a:t>"Which area wastes the most water?"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516636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→ Poondi currently shows the highest wastage (15.6 L/person above the 135 LPCD norm)...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01168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4A6E"/>
                </a:solidFill>
              </a:rPr>
              <a:t>Live dashboard + chatbot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🔗 GitHub: github.com/[your-username]/chennai-smart-water-watch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🎥 Demo video: [add your video link]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Run locally: python app.py → localhost:5000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Chennai Smart Water Watch  |  1M1B AI for Sustainability Internship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2026-09-16T10:44:28Z</dcterms:created>
  <dcterms:modified xsi:type="dcterms:W3CDTF">2026-09-16T10:44:28Z</dcterms:modified>
</cp:coreProperties>
</file>